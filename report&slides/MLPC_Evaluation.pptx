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3598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MLPC 2026 Task 4: Data Classification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182880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Unified Decoders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Alexandre Escudier Agostinho  |  Jakob Hinterholzer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Macro-Averaged F1?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1463040"/>
          </a:xfrm>
          <a:prstGeom prst="rect">
            <a:avLst/>
          </a:prstGeom>
          <a:solidFill>
            <a:srgbClr val="E8F1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accuracy?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highly imbalanced. Most segments have no active sound event for most classes. A trivial all-zeros classifier achieves high accuracy but detects nothing useful.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840480" cy="1463040"/>
          </a:xfrm>
          <a:prstGeom prst="rect">
            <a:avLst/>
          </a:prstGeom>
          <a:solidFill>
            <a:srgbClr val="E8F1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6" name="Text 4"/>
          <p:cNvSpPr/>
          <p:nvPr/>
        </p:nvSpPr>
        <p:spPr>
          <a:xfrm>
            <a:off x="4983480" y="12344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F1?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is the harmonic mean of precision and recall. It rewards classifiers that both detect events (recall) and avoid false alarms (precision).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8046720" cy="1463040"/>
          </a:xfrm>
          <a:prstGeom prst="rect">
            <a:avLst/>
          </a:prstGeom>
          <a:solidFill>
            <a:srgbClr val="1E276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7589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macro over micro?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Macro-averaging computes F1 per class, then averages — giving equal weight to every sound class. Micro-averaging would be dominated by frequent classes (e.g., footsteps at 14%), hiding poor performance on rare but important events like light_switch (0.5%).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metrics: per-class F1, micro F1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Performance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743200" cy="2011680"/>
          </a:xfrm>
          <a:prstGeom prst="rect">
            <a:avLst/>
          </a:prstGeom>
          <a:solidFill>
            <a:srgbClr val="1E276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0.060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(test set)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Random Baseline</a:t>
            </a:r>
            <a:endParaRPr lang="en-US" sz="1100" dirty="0"/>
          </a:p>
        </p:txBody>
      </p:sp>
      <p:pic>
        <p:nvPicPr>
          <p:cNvPr id="7" name="Baseline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000" y="1097280"/>
            <a:ext cx="5350000" cy="2675000"/>
          </a:xfrm>
          <a:prstGeom prst="rect">
            <a:avLst/>
          </a:prstGeom>
        </p:spPr>
      </p:pic>
      <p:sp>
        <p:nvSpPr>
          <p:cNvPr id="8" name="Caption"/>
          <p:cNvSpPr/>
          <p:nvPr/>
        </p:nvSpPr>
        <p:spPr>
          <a:xfrm>
            <a:off x="548640" y="3850000"/>
            <a:ext cx="8046720" cy="10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How the stratified random baseline works.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each class active with probability equal to its training-set frequency — no acoustic features used.</a:t>
            </a:r>
            <a:endParaRPr lang="en-US" sz="1300" dirty="0"/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 baselines (All Ones 0.111, Random 50/50 0.102) also stay well below 0.12 macro F1, confirming class frequency alone is insufficient. Any trained classifier should substantially exceed this.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Perfect Performance Achievable?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54864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1.0 is not achievable. Realistic upper bound: F1 ≈ 0.7–0.9 (class-dependent)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794760" cy="1234440"/>
          </a:xfrm>
          <a:prstGeom prst="rect">
            <a:avLst/>
          </a:prstGeom>
          <a:solidFill>
            <a:srgbClr val="E8F1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93852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Annotator Disagreement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annotators often disagree on event boundaries. Labels are consensus estimates, not ground truth.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828800"/>
            <a:ext cx="3794760" cy="1234440"/>
          </a:xfrm>
          <a:prstGeom prst="rect">
            <a:avLst/>
          </a:prstGeom>
          <a:solidFill>
            <a:srgbClr val="E8F1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11" name="Shape 9"/>
          <p:cNvSpPr/>
          <p:nvPr/>
        </p:nvSpPr>
        <p:spPr>
          <a:xfrm>
            <a:off x="4937760" y="19659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193852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Resolution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33172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1-second windows with 0.5s hop blur event boundaries. Onset/offset segments get ambiguous labels.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3794760" cy="1234440"/>
          </a:xfrm>
          <a:prstGeom prst="rect">
            <a:avLst/>
          </a:prstGeom>
          <a:solidFill>
            <a:srgbClr val="E8F1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16" name="Shape 14"/>
          <p:cNvSpPr/>
          <p:nvPr/>
        </p:nvSpPr>
        <p:spPr>
          <a:xfrm>
            <a:off x="685800" y="34290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7" name="Text 15"/>
          <p:cNvSpPr/>
          <p:nvPr/>
        </p:nvSpPr>
        <p:spPr>
          <a:xfrm>
            <a:off x="68580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4015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Limitations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statistics (mean, std, min, max) may lose fine-grained temporal patterns needed for transient events.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291840"/>
            <a:ext cx="3794760" cy="1234440"/>
          </a:xfrm>
          <a:prstGeom prst="rect">
            <a:avLst/>
          </a:prstGeom>
          <a:solidFill>
            <a:srgbClr val="E8F1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21" name="Shape 19"/>
          <p:cNvSpPr/>
          <p:nvPr/>
        </p:nvSpPr>
        <p:spPr>
          <a:xfrm>
            <a:off x="4937760" y="34290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22" name="Text 20"/>
          <p:cNvSpPr/>
          <p:nvPr/>
        </p:nvSpPr>
        <p:spPr>
          <a:xfrm>
            <a:off x="493776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34015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Ambiguity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379476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classes sound similar (e.g., different impacts). Hard to separate from spectral features alone.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337</Words>
  <Application>Microsoft Office PowerPoint</Application>
  <PresentationFormat>On-screen Show (16:9)</PresentationFormat>
  <Paragraphs>50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MLPC Task 4: Evaluation</dc:title>
  <dc:subject>PptxGenJS Presentation</dc:subject>
  <dc:creator>Team Unified Coders</dc:creator>
  <cp:lastModifiedBy>Alexandre Agostinho</cp:lastModifiedBy>
  <cp:revision>4</cp:revision>
  <dcterms:created xsi:type="dcterms:W3CDTF">2026-05-23T12:07:32Z</dcterms:created>
  <dcterms:modified xsi:type="dcterms:W3CDTF">2026-05-23T12:16:35Z</dcterms:modified>
</cp:coreProperties>
</file>